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834640"/>
            <a:ext cx="5029200" cy="36576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D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84048" y="29443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Update — May 4,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3611880"/>
            <a:ext cx="237744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36118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6.4 Active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005840"/>
            <a:ext cx="2651760" cy="3108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88720"/>
            <a:ext cx="2423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PR Intelligence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monitoring briefs delivered to the team — every morning, before business hours.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8404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OpenClaw Does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52044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China-related commercial, regulatory, and geopolitical developments daily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three regions: United States, Europe, and Middle East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from two search providers: Brave (live) and Baidu (restoring)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6-query bundle per run — precision + recall per region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verified, citation-enforced brief to the Lark channel each morning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868680"/>
            <a:ext cx="429768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Completion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11430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087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5087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1–5: Pipeline Build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130552"/>
            <a:ext cx="11430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305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2130552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6.1–6.2: Agent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752344"/>
            <a:ext cx="11430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75234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752344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6.3a: Locked Citation Format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374136"/>
            <a:ext cx="114300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3741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337413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6.3c: Scrubber + Validator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3995928"/>
            <a:ext cx="1143000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99592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3995928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6.4: Retrieval Stabilization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WHAT WE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 </a:t>
            </a:r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is allowed to be imperfect. The system is not."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123444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" y="19568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+ Baidu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queries/run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08760" y="1956816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5064" y="1572768"/>
            <a:ext cx="123444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00784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00784" y="19568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Filter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07792" y="1956816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54096" y="1572768"/>
            <a:ext cx="1234440" cy="8046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99816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(LLM)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9816" y="19568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synthesis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selection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06824" y="1956816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3128" y="1572768"/>
            <a:ext cx="1234440" cy="8046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98848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Scrubber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98848" y="19568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05856" y="1956816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1572768"/>
            <a:ext cx="1234440" cy="8046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97880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19568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WARN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FAIL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04888" y="1956816"/>
            <a:ext cx="128016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192" y="1572768"/>
            <a:ext cx="1234440" cy="804672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96912" y="1645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96912" y="1956816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channel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verified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505456"/>
            <a:ext cx="201168" cy="2011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2505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20240" y="2505456"/>
            <a:ext cx="201168" cy="20116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76272" y="2505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additions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2834640"/>
            <a:ext cx="2788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834640"/>
            <a:ext cx="2788920" cy="64008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Integrity Architecture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11480" y="33832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selects IDs from a verified pool (VALID_RESULT_IDS). Scrubber deterministically removes any fabricated IDs. Validator confirms all citations before delivery. Zero fabricated citations reach the channel.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27832" y="2834640"/>
            <a:ext cx="2788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27832" y="2834640"/>
            <a:ext cx="2788920" cy="64008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Chain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364992" y="33832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delivery passes through Scrubber → Validator → Delivery Gate in sequence. PASS or WARN delivers; FAIL blocks. No human in the loop required — the system enforces its own correctness.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81344" y="2834640"/>
            <a:ext cx="2788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1344" y="2834640"/>
            <a:ext cx="2788920" cy="64008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8504" y="29443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Layer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318504" y="33832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freshness enforced at the Brave API level (pd/pw parameters). 6-query fixed bundle across 3 regions. Dual-provider architecture for resilience. Filters noise at source before reaching the agent.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AND BEYOND — 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daily brief to deep analytical intelligence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proves the system can be trusted. Phase 7 asks: what can a trusted system do?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651760" cy="1481328"/>
          </a:xfrm>
          <a:prstGeom prst="rect">
            <a:avLst/>
          </a:prstGeom>
          <a:solidFill>
            <a:srgbClr val="0D21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64208"/>
            <a:ext cx="2651760" cy="54864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Report Synthesis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large document sets — filings, regulatory notices, trade publications, earnings calls — and produce structured, cited analytical reports on demand. Not summaries: analysis.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664208"/>
            <a:ext cx="2651760" cy="1481328"/>
          </a:xfrm>
          <a:prstGeom prst="rect">
            <a:avLst/>
          </a:prstGeom>
          <a:solidFill>
            <a:srgbClr val="0D21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664208"/>
            <a:ext cx="2651760" cy="54864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Query Intelligence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83280" y="213969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query expansion based on emerging signals. System detects developing themes and automatically broadens or deepens retrieval around them. No manual query engineering.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664208"/>
            <a:ext cx="2651760" cy="1481328"/>
          </a:xfrm>
          <a:prstGeom prst="rect">
            <a:avLst/>
          </a:prstGeom>
          <a:solidFill>
            <a:srgbClr val="0D21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664208"/>
            <a:ext cx="2651760" cy="54864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783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Signal Tracking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213969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across runs: track how stories develop over days, weeks, months. Surface trend breaks, acceleration patterns, and reversals that single-run analysis misses.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2651760" cy="1481328"/>
          </a:xfrm>
          <a:prstGeom prst="rect">
            <a:avLst/>
          </a:prstGeom>
          <a:solidFill>
            <a:srgbClr val="0D21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310128"/>
            <a:ext cx="2651760" cy="54864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Coverage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378561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Operator-configurable region scope, topic focus, and source weighting. Add sectors (energy, tech, finance), new regions, or client-specific watchlists without pipeline redesign.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310128"/>
            <a:ext cx="2651760" cy="1481328"/>
          </a:xfrm>
          <a:prstGeom prst="rect">
            <a:avLst/>
          </a:prstGeom>
          <a:solidFill>
            <a:srgbClr val="0D21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310128"/>
            <a:ext cx="2651760" cy="54864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&amp; API Delivery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383280" y="378561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Lark today. Tomorrow: email digests, dashboard APIs, Slack, WhatsApp, structured JSON feeds for downstream systems. One pipeline, many surfaces.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310128"/>
            <a:ext cx="2651760" cy="1481328"/>
          </a:xfrm>
          <a:prstGeom prst="rect">
            <a:avLst/>
          </a:prstGeom>
          <a:solidFill>
            <a:srgbClr val="0D2147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3310128"/>
            <a:ext cx="2651760" cy="54864"/>
          </a:xfrm>
          <a:prstGeom prst="rect">
            <a:avLst/>
          </a:prstGeom>
          <a:solidFill>
            <a:srgbClr val="4DA8C8"/>
          </a:solidFill>
          <a:ln w="12700">
            <a:solidFill>
              <a:srgbClr val="4DA8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Reasoning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3640" y="3785616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signals across sources: regulatory filing + news article + earnings call → a synthesized picture no single document contains. The platform becomes a research analyst.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— TWO CRITICAL FIXES LANDED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fixes were live-verified — GREEN PASS confirmed, HTTP 200, Lark delivery intact.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70432"/>
            <a:ext cx="41605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#39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170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Variable Bug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$FINAL variable was loaded from the raw agent output before the scrubber ran — and never reloaded afterward. Every Lark delivery was sending pre-scrubbed content.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single reload line after scrubber promotion in run_light_to_lark.sh, ensuring $FINAL always reflects the scrubbed output file before delivery.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integrity fully restored. The scrubber now actually guards what reaches the Lark channel.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41605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70432"/>
            <a:ext cx="416052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704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#40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0" y="1170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Freshness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691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9204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API queries had no mechanical freshness enforcement. Words like 'today' in query text were ranking hints only — Brave could return weeks-old content without restriction.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2834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freshness API parameter to brave_executor.py: precision queries get pd (past 24h), recall queries get pw (past 7 days).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886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41605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is now temporally bounded at the API level. Fresh, commercially relevant content confirmed in post-fix live run.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D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5–11, 2026 · Phase 6.4 Completion Pathway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99616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99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48132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Dual-Provider Retrieval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4708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key expected active May 5. Run single live test immediately — bring baidu_raw.json for analysis. Confirm Baidu signal reaches the retrieval_source layer before diagnosing downstream.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16916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May 5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229600" cy="18288"/>
          </a:xfrm>
          <a:prstGeom prst="rect">
            <a:avLst/>
          </a:prstGeom>
          <a:solidFill>
            <a:srgbClr val="2D407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642616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Baidu Pipeline Diagnostic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00837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strict Observe → Explain → Confirm → Adjust sequence. Locate where Baidu signal is lost (retrieval, normalization, dedup, filtering, or scoring). No changes made before loss point is confirmed.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78040" y="2715768"/>
            <a:ext cx="16916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7157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6.4 Core 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666744"/>
            <a:ext cx="8229600" cy="18288"/>
          </a:xfrm>
          <a:prstGeom prst="rect">
            <a:avLst/>
          </a:prstGeom>
          <a:solidFill>
            <a:srgbClr val="2D4070"/>
          </a:solidFill>
          <a:ln w="12700">
            <a:solidFill>
              <a:srgbClr val="2D4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822192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5568" y="38039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6.4 Exit: Full Coverage Verified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416966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 Brave + Baidu both contributing, freshness enforced, regional coverage across US/EU/ME, retrieval package adequate for all regions, behavior explainable across repeated runs.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78040" y="3877056"/>
            <a:ext cx="1691640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38770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#37 (offline script save step) remains open — operator decision pending.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— Board Update May 2026</dc:title>
  <dc:subject>PptxGenJS Presentation</dc:subject>
  <dc:creator>OpenClaw</dc:creator>
  <cp:lastModifiedBy>OpenClaw</cp:lastModifiedBy>
  <cp:revision>1</cp:revision>
  <dcterms:created xsi:type="dcterms:W3CDTF">2026-05-04T02:17:36Z</dcterms:created>
  <dcterms:modified xsi:type="dcterms:W3CDTF">2026-05-04T02:17:36Z</dcterms:modified>
</cp:coreProperties>
</file>